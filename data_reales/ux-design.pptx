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PRODUCTO</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UX / Diseño de Producto</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Investigación de usuarios, diseño de flujos y creación de prototipos centrados en la experiencia.</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Intermedio</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UX / Diseño de Producto</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Fundamentos de UX</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Diseño centrado en el usuario  ·  Principios de usabilidad  ·  Proceso de diseño UX</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User Research</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Métodos cualitativos y cuantitativos  ·  Personas y journey maps  ·  Análisis de usabilidad</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Arquitectura de Información</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Organización del contenido  ·  Card sorting  ·  Navegación y flujos</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Diseño de Interfaz (UI)</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Sistemas de diseño  ·  Figma y prototipado  ·  Accesibilidad WCAG</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UX Metrics y Testing</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Tests de usabilidad  ·  Métricas UX (SUS, NPS)  ·  A/B testing en UX</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Fundamentos de UX</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Diseño centrado en el usuario</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Principios de usabilidad</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Proceso de diseño UX</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UX / Diseño de Producto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UX</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UX: Diseñar para las Personas, no para las Pantallas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UX (User Experience) diseña la experiencia completa del usuario con el producto, no solo la interfaz visual. Un buen UX reduce el coste de soporte, aumenta la conversión y genera lealtad. Cada dólar invertido en UX retorna 100 (Forrester Research).</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UX</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Diseño Centrado en el Usuario (DCU)</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DCU pone al usuario en el centro de cada decisión de diseño. Proceso iterativo: investigar (entender al usuario), definir (el problema correcto), idear (soluciones posibles), prototipar (soluciones tangibles) y testear (con usuarios reales). Repetir hasta validar.</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UX</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Los 10 Principios de Usabilidad de Nielsen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Visibilidad del estado del sistema. Correspondencia con el mundo real. Control y libertad del usuario. Consistencia y estándares. Prevención de errores. Reconocimiento sobre recuerdo. Flexibilidad y eficiencia. Diseño estético y minimalista. Ayuda para reconocer errores. Documentación.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UX</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El Proceso de Diseño UX</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Discover (investigación de usuarios y contexto) → Define (síntesis de insights, personas, problem statement) → Develop (ideación, wireframes, prototipos) → Deliver (tests de usabilidad, iteración, handoff a desarrollo). El Double Diamond de Design Council visualiza este proceso.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UX</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Evalúa la usabilidad de una app móvil usando los 10 principios de Nielsen: identifica al menos 3 problemas de usabilidad, clasifícalos por severidad (1-4), describe el impacto en el usuario y propón una solución de diseño para cada uno.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User Research</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Métodos cualitativos y cuantitativos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Personas y journey maps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Análisis de usabilidad</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UX / Diseño de Producto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User Research: Entender a las Personas Reales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user research elimina las suposiciones del diseño. Sin investigación, diseñamos para nosotros mismos, no para los usuarios. El 85% de los problemas de usabilidad se detectan con solo 5 usuarios (Jakob Nielsen). La investigación no tiene que ser cara para ser valiosa.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Métodos Cualitativos y Cuantitativos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Cualitativos (el 'por qué'): entrevistas, observación contextual, tests de usabilidad, diarios de usuario. Cuantitativos (el 'cuánto'): analítica web, encuestas, A/B testing, heatmaps. Los mejores insights combinan ambos: los datos dicen qué pasa, las entrevistas dicen por qué.</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Personas y Journey Maps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Las personas son arquetipos de usuarios basados en investigación real: nombre, objetivos, frustraciones, comportamientos y contexto. El journey map visualiza la experiencia completa del usuario con el producto: pasos, emociones, puntos de dolor y oportunidades de mejora.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Análisis de Usabilidad</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test de usabilidad observa a usuarios reales completando tareas con el producto. Métricas: tasa de éxito, tiempo en tarea, errores y satisfacción subjetiva. El análisis de eye-tracking y heatmaps revela dónde miran y hacen clic los usuarios en la interfaz.</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Crea una persona basada en 5 entrevistas de usuario para una app de recetas: sintetiza los patrones comunes en motivaciones, frustraciones y comportamientos, diseña la ficha de persona con foto, cita representativa y escenario de uso principal.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Arquitectura de Información</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Organización del contenido</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Card sorting</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Navegación y flujos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UX / Diseño de Producto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Arquitectura de Información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Arquitectura de Información: Organizar para Encontrar</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arquitectura de información (AI) organiza, etiqueta y estructura el contenido para que los usuarios encuentren lo que buscan. Una AI deficiente es la causa número 1 del abandono de webs y apps. El 68% de los usuarios abandona si no encuentra lo que busca en 3 clics.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Arquitectura de Información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Organización del Contenido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esquemas de organización pueden ser: exactos (alfabético, cronológico, geográfico), ambiguos (por tema, por tarea, por audiencia) o híbridos. La elección depende de cómo los usuarios mentalizan el contenido, no de cómo la organización lo produce.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Arquitectura de Información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Card Sorting</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card sorting es una técnica de investigación donde los usuarios agrupan tarjetas con contenidos según su lógica mental. El abierto revela cómo los usuarios categorizan. El cerrado valida una estructura propuesta. Los resultados guían la navegación y las etiquetas.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Arquitectura de Información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Navegación y Flujos de Usuario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navegación global (menú principal), local (sección actual) y contextual (enlaces relacionados) forman el sistema de navegación. Los flujos de usuario mapean los pasos para completar una tarea clave, identificando fricciones y oportunidades de simplificación.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Arquitectura de Información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Realiza un card sorting abierto con 5 participantes para una plataforma de e-learning con 30 tipos de contenido: prepara las tarjetas, facilita las sesiones, analiza los resultados con un dendrograma y propón la estructura de navegación resultante.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UX / Diseño de Producto</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