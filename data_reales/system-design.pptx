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PROGRAMACIÓN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Diseño de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Arquitectura de software, escalabilidad, alta disponibilidad y patrones de diseño.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Avanzado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Diseño de Sistemas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Fundamentos de Arquitectura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Monolito vs microservicios  ·  Teorema CAP  ·  Patrones de diseño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Escalabilidad y Rendimiento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Escalado horizontal y vertical  ·  Caching distribuido  ·  Load balancing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Alta Disponibilidad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Redundancia y failover  ·  Circuit breaker  ·  Disaster recovery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Comunicación entre Servicios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APIs REST y gRPC  ·  Mensajería asíncrona  ·  Event-driven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Casos Reales de Diseño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Diseño de Twitter/X  ·  Diseño de Netflix  ·  Diseño de sistemas de pago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Fundamentos de 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Monolito vs microservicios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Teorema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Patrones de diseño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Diseño de Sistemas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Diseño de Sistemas: La Disciplina del Arquitecto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diseño de sistemas convierte a un desarrollador en un arquitecto. Es la capacidad de diseñar soluciones que funcionen para millones de usuarios, soporten fallos parciales y escalen sin rediseño completo.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Monolito vs Microservicios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monolito es simple de desarrollar y desplegar, ideal para equipos pequeños. Los microservicios permiten escalar y desplegar componentes independientemente, pero añaden complejidad operacional. La elección depende del contexto.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Teorema 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En sistemas distribuidos, solo se pueden garantizar 2 de 3 propiedades: Consistencia (todos ven los mismos datos), Disponibilidad (siempre responde) y Tolerancia a Particiones (funciona con fallos de red). CAP obliga a elegir trade-offs.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Patrones de Diseño Arquitectónico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CQRS separa lecturas de escrituras. Event Sourcing almacena eventos en lugar de estado. Saga coordina transacciones distribuidas. Circuit Breaker previene cascadas de fallos. Cada patrón resuelve un problema específico.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Diseña la arquitectura de un sistema de reservas de vuelos para 10 millones de usuarios: identifica los componentes, las bases de datos, los puntos de fallo y las estrategias de escalado. Justifica cada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Escalabilidad y Rendimiento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Escalado horizontal y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Caching distribuido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Load balancing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Diseño de Sistemas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Escalabilidad y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Escalabilidad: Crecer sin Romper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escalabilidad es la capacidad de un sistema de manejar más carga añadiendo recursos. Un sistema bien diseñado escala linealmente: duplicar recursos duplica la capacidad. Un sistema mal diseñado tiene cuellos de botella que limitan el crecimiento.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Escalabilidad y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Escalado Horizontal y Vertical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escalado vertical (scale-up) añade más CPU/RAM a un servidor. Tiene límites físicos y crea un único punto de fallo. El escalado horizontal (scale-out) añade más servidores. Es más resiliente y teóricamente ilimitado.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Escalabilidad y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Caching Distribuido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Redis y Memcached almacenan datos en memoria para respuestas en microsegundos. El patrón Cache-Aside carga datos bajo demanda. El TTL (Time To Live) controla la frescura. El caching puede reducir la carga de base de datos en un 90%.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Escalabilidad y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Load Balancing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load balancer distribuye el tráfico entre múltiples servidores usando algoritmos: Round Robin, Least Connections, IP Hash. Nginx, HAProxy y los balanceadores cloud (ALB, GCP LB) son las opciones más comunes.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Escalabilidad y Rendimiento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Diseña la estrategia de caching para una plataforma de e-commerce: identifica qué datos cachear (catálogo, sesiones, carrito), define los TTLs, la estrategia de invalidación y cómo manejar el cache stampede.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Alta Disponibilidad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Redundancia y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Circuit breaker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Disaster 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Diseño de Sistemas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Alta Disponibilidad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Alta Disponibilidad: Sistemas que No Caen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alta disponibilidad (HA) garantiza que un sistema esté operativo el mayor tiempo posible. El 99.9% de disponibilidad (tres nueves) implica 8,7 horas de caída al año. El 99.99% (cuatro nueves) implica solo 52 minutos.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Alta Disponibilidad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Redundancia y Failover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redundancia elimina los puntos únicos de fallo: múltiples servidores, bases de datos en réplica, múltiples zonas de disponibilidad. El failover automático detecta fallos y redirige el tráfico sin intervención humana.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Alta Disponibilidad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Circuit Breaker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patrón Circuit Breaker previene que los fallos en un servicio se propaguen en cascada. Cuando un servicio falla repetidamente, el circuit breaker 'abre' y devuelve un error inmediato, dando tiempo al servicio a recuperarse.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Alta Disponibilidad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Disaster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RTO (Recovery Time Objective) define el tiempo máximo de recuperación. El RPO (Recovery Point Objective) define la pérdida máxima de datos. Las estrategias van desde backup y restore hasta active-active multi-región.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Alta Disponibilidad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Define el plan de alta disponibilidad para un sistema bancario: identifica los componentes críticos, diseña la arquitectura multi-AZ, define los RTO y RPO, y describe el procedimiento de failover automático.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Diseño de 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