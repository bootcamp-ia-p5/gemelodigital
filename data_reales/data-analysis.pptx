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Análisis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Habilidad para extraer, limpiar y analizar datos para la toma de decisiones.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Intermedio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Análisis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Ciclo del Análisis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Obtención y limpieza  ·  Análisis exploratorio (EDA)  ·  Comunicación de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Pandas y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DataFrames y Series  ·  Transformaciones y agregaciones  ·  Merge y reshape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Estadística Aplicada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Distribuciones y tests  ·  Correlación y regresión  ·  A/B Testing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Análisis con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Consultas analíticas  ·  Window functions  ·  Análisis de cohortes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Proyecto de Análisis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Análisis de negocio real  ·  Storytelling con datos  ·  Presentación ejecutiva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Ciclo del Análisis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Obtención y limpieza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Análisis exploratorio (EDA)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Comunicación de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Análisis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Ciclo del Análisis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El Análisis de Datos como Ventaja Competitiva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empresas data-driven son 23 veces más propensas a captar clientes, 6 veces más a retenerlos y 19 veces más a ser rentables (McKinsey). El análisis de datos transforma números en decisiones estratégicas.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Ciclo del Análisis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Obtención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datos provienen de bases de datos (SQL), APIs REST, archivos CSV/Excel, web scraping y plataformas de datos (BigQuery, Snowflake). La calidad del análisis depende de la calidad y completitud de los datos de entrada.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Ciclo del Análisis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Limpieza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80% del tiempo de un analista se dedica a limpiar datos. Valores nulos (imputación o eliminación), outliers (detección con IQR o z-score), duplicados, tipos incorrectos y formatos inconsistentes son los problemas más frecuentes.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Ciclo del Análisis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Análisis Exploratorio (EDA)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EDA descubre patrones, distribuciones, correlaciones y anomalías antes del modelado. Histogramas, boxplots, scatter plots y matrices de correlación son las herramientas visuales del EDA. Jupyter Notebook es el entorno estándar.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Ciclo del Análisis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Realiza un EDA completo sobre un dataset de ventas: carga los datos con Pandas, identifica y trata los valores nulos, detecta outliers, analiza la distribución de las variables clave y extrae 3 insights accionables.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Pandas y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DataFrames y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Transformaciones y agregaciones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Merge y reshape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Análisis de Datos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Pandas y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Pandas: La Herramienta Central del Análisis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Pandas es la librería de análisis de datos más usada en Python. Su DataFrame es el equivalente a una hoja de cálculo programable: permite filtrar, transformar, agregar y visualizar datos con pocas líneas de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Pandas y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DataFrames y Series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DataFrame es una tabla bidimensional con filas y columnas etiquetadas. Una Serie es una columna unidimensional. df.head(), df.info(), df.describe() son los primeros comandos para explorar cualquier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Pandas y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Transformaciones y Agregaciones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df.groupby().agg() agrupa y calcula métricas. df.apply() aplica funciones personalizadas. df.pivot_table() crea tablas dinámicas. df.resample() agrega series temporales por período. Estas operaciones cubren el 90% del análisis.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Pandas y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Merge y Reshape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pd.merge() combina DataFrames como SQL JOINs. pd.concat() apila DataFrames. df.melt() transforma de formato ancho a largo. df.pivot() de largo a ancho. Estas operaciones permiten preparar datos para cualquier análisis o visualización.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Pandas y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Analiza un dataset de ventas de e-commerce con Pandas: calcula el ticket medio por categoría, identifica los 10 clientes más valiosos, analiza la estacionalidad mensual y crea una tabla pivot de ventas por región y producto.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Estadística Aplicada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Distribuciones y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Correlación y regresión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A/B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Análisis de Datos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Estadística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Estadística Aplicada al Análisis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estadística proporciona el rigor matemático para distinguir señales del ruido en los datos. Sin estadística, los análisis son anecdóticos. Con ella, las conclusiones son defendibles y las decisiones están respaldadas por evidencia.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Estadística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Distribuciones y Tests de Hipótesis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tests de hipótesis determinan si una diferencia observada es estadísticamente significativa o fruto del azar. El t-test compara medias. El chi-cuadrado compara distribuciones categóricas. El p-valor &lt; 0.05 es el umbral estándar.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Estadística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Correlación y Regresión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correlación de Pearson mide la relación lineal entre variables (-1 a 1). La regresión lineal cuantifica el impacto de variables independientes sobre una dependiente. La regresión logística predice probabilidades de eventos binarios.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Estadística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A/B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A/B testing compara dos versiones de un elemento para determinar cuál funciona mejor. Requiere definir la hipótesis, calcular el tamaño de muestra, ejecutar el experimento el tiempo suficiente y analizar con tests estadísticos.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Estadística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y analiza un A/B test para un botón de compra: define la hipótesis nula y alternativa, calcula el tamaño de muestra necesario para 80% de potencia estadística, simula los datos y concluye si el cambio es significativo.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Análisis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