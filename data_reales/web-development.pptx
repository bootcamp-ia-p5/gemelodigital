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Desarrollo Web (HTML/CSS)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Creación de la estructura y estilos visuales de interfaces web.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Desarrollo Web (HTML/CSS)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HTML5 Semántico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Estructura del documento  ·  Etiquetas semánticas  ·  Accesibilidad web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CSS3 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Selectores y especificidad  ·  Box model y posicionamiento  ·  Colores y tipografía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Layouts Modernos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Flexbox  ·  CSS Grid  ·  Diseño responsivo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CSS Avanzado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Variables CSS  ·  Animaciones y transiciones  ·  Frameworks: Tailwind CSS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Proyecto Web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Landing page responsiva  ·  Optimización de rendimiento  ·  Buenas prácticas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HTML5 Semántico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Estructura del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Etiquetas semánticas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Accesibilidad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Desarrollo Web (HTML/CSS)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HTML5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HTML5: La Estructura de la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HTML5 es el lenguaje de marcado estándar para la web. Las etiquetas semánticas mejoran la accesibilidad, el SEO y la mantenibilidad del código. Todo lo que ves en un navegador comienza con HTML.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HTML5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Estructura del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&lt;!DOCTYPE html&gt; declara el tipo de documento. &lt;html&gt;, &lt;head&gt; y &lt;body&gt; forman la estructura base. El &lt;head&gt; contiene metadatos, estilos y scripts. El &lt;body&gt; contiene el contenido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HTML5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Etiquetas Semánticas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&lt;header&gt;, &lt;nav&gt;, &lt;main&gt;, &lt;article&gt;, &lt;section&gt;, &lt;aside&gt; y &lt;footer&gt; describen el propósito del contenido. Los lectores de pantalla y los motores de búsqueda usan esta semántica para entender la página.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HTML5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Accesibilidad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atributos ARIA (aria-label, aria-describedby, role) mejoran la accesibilidad. El contraste de colores, el orden del foco y los textos alternativos en imágenes son requisitos legales en muchos países.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HTML5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la estructura HTML semántica de un blog de tecnología: cabecera con navegación, sección de artículos con tarjetas, barra lateral con categorías y pie de página. Valida el HTML con el validador del W3C.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CSS3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Selectores y especificidad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Box model y posicionamiento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Colores y tipografía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Desarrollo Web (HTML/CSS)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CSS3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CSS3: El Estilo de la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CSS3 controla la presentación visual de HTML. Con más de 500 propiedades disponibles, permite desde estilos básicos hasta animaciones complejas, layouts sofisticados y diseño completamente responsivo.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CSS3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Selectores y Especificidad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selectores (elemento, clase, ID, atributo, pseudo-clase) determinan qué elementos se estilizan. La especificidad resuelve conflictos: ID &gt; clase &gt; elemento. !important debe usarse con moderación.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CSS3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Box Model y Posicionamiento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Cada elemento es una caja con content, padding, border y margin. box-sizing: border-box simplifica los cálculos. position (static, relative, absolute, fixed, sticky) controla el flujo del documento.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CSS3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Colores y Tipografía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CSS soporta colores en hex, RGB, HSL y con transparencia (rgba, hsla). Google Fonts ofrece más de 1.000 fuentes gratuitas. font-size, line-height, letter-spacing y font-weight controlan la legibilidad.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CSS3 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Estiliza la estructura HTML del ejercicio anterior: aplica una paleta de colores coherente, tipografía con Google Fonts, espaciado consistente con el box model y estados hover en los enlaces de navegación.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Layouts Modernos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Flexbox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CSS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Diseño responsivo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Desarrollo Web (HTML/CSS)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Layouts Modernos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Layouts Modernos: Flexbox y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Antes de Flexbox y Grid, los layouts web requerían hacks con float y position. Hoy, Flexbox resuelve layouts unidimensionales y CSS Grid los bidimensionales, cubriendo el 99% de los casos de diseño web moderno.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Layouts Modernos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Flexbox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display: flex convierte un contenedor en flexible. justify-content alinea en el eje principal; align-items en el eje transversal. flex-wrap permite que los elementos se envuelvan. Ideal para barras de navegación y tarjetas.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Layouts Modernos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CSS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display: grid crea una cuadrícula bidimensional. grid-template-columns y grid-template-rows definen la estructura. grid-area permite nombrar zonas. Ideal para layouts de página completos y galerías.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Layouts Modernos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Diseño Responsivo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media queries (@media) aplican estilos según el ancho del viewport. El enfoque mobile-first diseña primero para móvil y añade complejidad para pantallas mayores. El 58% del tráfico web es móvil.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Layouts Modernos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una landing page completamente responsiva usando CSS Grid para el layout principal y Flexbox para los componentes internos. Debe adaptarse a móvil (360px), tablet (768px) y escritorio (1280px).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Desarrollo Web (HTML/CSS)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