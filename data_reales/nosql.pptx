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7A74F"/>
                </a:solidFill>
                <a:latin typeface="Comfortaa"/>
              </a:rPr>
              <a:t>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omfortaa"/>
              </a:rPr>
              <a:t>Bases de Datos NoSQL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DFF"/>
                </a:solidFill>
                <a:latin typeface="Comfortaa"/>
              </a:rPr>
              <a:t>Modelado y manejo de bases de datos documentales, clave-valor o de grafos.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C00"/>
                </a:solidFill>
                <a:latin typeface="Comfortaa"/>
              </a:rPr>
              <a:t>Nivel: Intermedio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263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omfortaa"/>
              </a:rPr>
              <a:t>Índice de Módulos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7A74F"/>
                </a:solidFill>
                <a:latin typeface="Comfortaa"/>
              </a:rPr>
              <a:t>Bases de Datos NoSQL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361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Introducción a NoSQL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Tipos de NoSQL  ·  SQL vs NoSQL  ·  Cuándo usar cada uno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963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MongoDB (Documental)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26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Documentos y colecciones  ·  Consultas y agregaciones  ·  Índices en MongoDB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564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Redis (Clave-Valor)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86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Estructuras de datos Redis  ·  Caching y sesiones  ·  Pub/Sub y streams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165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Cassandra (Columnar)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46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Modelo de datos columnar  ·  CQL y particionamiento  ·  Alta disponibilidad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4924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349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766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Neo4j (Grafos)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06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Modelo de grafos  ·  Cypher query language  ·  Casos de uso: redes sociales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Introducción a NoSQL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Tipos de NoSQL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SQL vs NoSQL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Cuándo usar cada uno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Bases de Datos NoSQL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Introducción a NoSQL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NoSQL: Bases de Datos para la Era del Big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El término NoSQL ('Not Only SQL') engloba bases de datos que no usan el modelo relacional. Surgieron para resolver los límites de SQL ante grandes volúmenes de datos, esquemas flexibles y necesidades de escalado horizontal masivo.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Introducción a NoSQL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Tipos de Bases de Datos NoSQL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Documentales (MongoDB, CouchDB): documentos JSON flexibles. Clave-Valor (Redis, DynamoDB): acceso ultrarrápido por clave. Columnares (Cassandra, HBase): optimizadas para escritura masiva. Grafos (Neo4j): relaciones complejas.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Introducción a NoSQL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SQL vs NoSQL: Los Trade-offs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SQL garantiza ACID, esquema fijo y consultas complejas con JOINs. NoSQL ofrece esquema flexible, escalado horizontal y rendimiento en operaciones simples. La elección depende del caso de uso, no de una preferencia ideológica.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Introducción a NoSQL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Cuándo Usar NoSQL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NoSQL es ideal para: catálogos con atributos variables, sesiones de usuario, datos de series temporales, grafos de relaciones sociales, caché de alta velocidad y sistemas que necesitan escalar a millones de escrituras por segundo.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Introducción a NoSQL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Para cada caso de uso (red social, e-commerce, sistema bancario, IoT), justifica qué tipo de base de datos (SQL, documental, clave-valor, columnar o grafos) usarías y por qué, considerando los trade-offs de cada opción.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MongoDB (Documental)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Documentos y colecciones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Consultas y agregaciones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Índices en MongoDB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Bases de Datos NoSQL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MongoDB (Documental)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MongoDB: La Base de Datos Documental Más Popular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MongoDB almacena datos como documentos BSON (Binary JSON), permitiendo estructuras anidadas y arrays sin esquema fijo. Es la base de datos NoSQL más usada, con más de 35.000 clientes empresariales en todo el mundo.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MongoDB (Documental)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Documentos y Colecciones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Un documento es un objeto JSON con campos y valores. Una colección agrupa documentos relacionados (equivalente a una tabla). Los documentos de una misma colección pueden tener campos diferentes, adaptándose a la realidad de los datos.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MongoDB (Documental)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Consultas y Agregaciones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MongoDB usa un lenguaje de consulta basado en JSON: find({campo: valor}). El Aggregation Pipeline encadena etapas ($match, $group, $sort, $project, $lookup) para transformar y analizar datos de forma similar a SQL con GROUP BY y JOIN.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MongoDB (Documental)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Índices en MongoDB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Los índices aceleran las consultas. MongoDB soporta índices simples, compuestos, de texto completo, geoespaciales y TTL (que expiran documentos automáticamente). El comando explain() muestra si una consulta usa índices.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MongoDB (Documental)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Diseña el modelo de datos en MongoDB para una plataforma de streaming: colecciones para usuarios, contenidos, historial de visualización y recomendaciones. Implementa las consultas más frecuentes y crea los índices necesarios.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Redis (Clave-Valor)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Estructuras de datos Redis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Caching y sesiones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Pub/Sub y streams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Bases de Datos NoSQL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Redis (Clave-Valor)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Redis: La Base de Datos en Memoria más Rápida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Redis (Remote Dictionary Server) almacena datos en memoria RAM, con latencias de microsegundos. Es el estándar para caching, sesiones, colas de mensajes y tablas de clasificación en tiempo real. Usado por Twitter, GitHub y Stack Overflow.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Redis (Clave-Valor)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Estructuras de Datos en Redis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Redis no es solo clave-valor: soporta Strings, Lists, Sets, Sorted Sets, Hashes, Streams y HyperLogLog. Cada estructura tiene comandos optimizados: LPUSH/RPOP para colas, ZADD/ZRANGE para rankings, HSET/HGET para objetos.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Redis (Clave-Valor)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Caching y Sesiones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El patrón Cache-Aside: busca en Redis, si no está (cache miss) busca en la base de datos y guarda en Redis con TTL. Las sesiones de usuario se almacenan en Redis para compartirlas entre múltiples instancias de servidor.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Redis (Clave-Valor)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Pub/Sub y Streams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Redis Pub/Sub permite comunicación en tiempo real entre servicios: un publisher envía mensajes a un canal y todos los subscribers los reciben. Redis Streams es una estructura de log persistente para event sourcing y procesamiento de eventos.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Redis (Clave-Valor)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Implementa un sistema de caching con Redis para una API de productos: cache-aside con TTL de 5 minutos, invalidación al actualizar, contador de visitas con INCR y un ranking de productos más vistos con Sorted 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omfortaa"/>
              </a:rPr>
              <a:t>¡Sigue aprendiendo!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7A74F"/>
                </a:solidFill>
                <a:latin typeface="Comfortaa"/>
              </a:rPr>
              <a:t>Bases de Datos NoSQL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97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dataquantum Learning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