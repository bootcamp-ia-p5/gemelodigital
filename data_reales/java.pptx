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7A74F"/>
                </a:solidFill>
                <a:latin typeface="Comfortaa"/>
              </a:rPr>
              <a:t>PROGRAMACIÓN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omfortaa"/>
              </a:rPr>
              <a:t>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DFF"/>
                </a:solidFill>
                <a:latin typeface="Comfortaa"/>
              </a:rPr>
              <a:t>Desarrollo de aplicaciones empresariales robustas orientadas a objetos.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C00"/>
                </a:solidFill>
                <a:latin typeface="Comfortaa"/>
              </a:rPr>
              <a:t>Nivel: Intermedio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263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omfortaa"/>
              </a:rPr>
              <a:t>Índice de Módulos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7A74F"/>
                </a:solidFill>
                <a:latin typeface="Comfortaa"/>
              </a:rPr>
              <a:t>Java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361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Java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JVM y ecosistema  ·  OOP en Java  ·  Colecciones y generics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963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Spring Boot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26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APIs REST  ·  Inyección de dependencias  ·  Spring Security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564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Persistencia con JPA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Entidades y relaciones  ·  JPQL y Criteria API  ·  Transacciones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165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Testing en Java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46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JUnit 5  ·  Mockito  ·  Tests de integración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766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Microservicios con Java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06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Arquitectura de microservicios  ·  Spring Cloud  ·  Despliegue en contenedores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Java 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JVM y ecosistema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OOP en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Colecciones y generics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Java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Java 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Java: El Pilar del Desarrollo Empresarial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Java lleva más de 25 años siendo el lenguaje dominante en sistemas empresariales. Su lema 'Write Once, Run Anywhere' gracias a la JVM, su robustez y su ecosistema maduro lo mantienen en el top 3 de lenguajes más usados.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Java 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JVM y Ecosistema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 JVM (Java Virtual Machine) compila bytecode que corre en cualquier plataforma. Maven y Gradle gestionan dependencias. El ecosistema Spring, Jakarta EE y Quarkus domina el desarrollo empresarial.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Java 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OOP en Java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Java es puramente orientado a objetos: todo es una clase. Soporta herencia simple, interfaces (herencia múltiple de comportamiento), clases abstractas, enums y records (Java 16+) para datos inmutables.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Java 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Colecciones y Generics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Java Collections Framework ofrece List, Set, Map, Queue con implementaciones optimizadas. Los generics eliminan castings inseguros y permiten código reutilizable y type-safe en tiempo de compilación.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Java 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Implementa un sistema de inventario usando colecciones Java: un HashMap&lt;String, Producto&gt; para el catálogo, una PriorityQueue para pedidos pendientes y streams para filtrar productos por precio.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Spring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APIs 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Inyección de dependencias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Spring 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Java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Spring Boot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Spring Boot: El Framework Estándar Empresarial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Spring Boot simplifica la creación de aplicaciones Spring con configuración automática (auto-configuration), servidor embebido y starters que eliminan el XML de configuración. Es el framework Java más usado en el mundo.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Spring Boot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APIs REST con Spring Boot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@RestController, @GetMapping, @PostMapping y @RequestBody permiten crear APIs REST en minutos. Spring Boot incluye Jackson para serialización JSON, validación con Bean Validation y documentación con Swagger/OpenAPI.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Spring Boot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Inyección de Dependencias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contenedor IoC de Spring gestiona el ciclo de vida de los beans. @Autowired, @Service, @Repository y @Component permiten inyectar dependencias sin acoplar clases, facilitando el testing y la modularidad.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Spring Boot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Spring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Spring Security protege las APIs con autenticación (Basic, JWT, OAuth2) y autorización (@PreAuthorize, roles). La configuración declarativa permite asegurar endpoints sin código boilerplate de seguridad.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Spring Boot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Crea una API REST con Spring Boot para gestionar un catálogo de cursos: CRUD completo, validación de datos, autenticación JWT, documentación con Swagger y tests con MockMvc.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Persistencia con JPA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Entidades y relaciones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JPQL y Criteria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Transacciones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Java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Persistencia con JPA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Persistencia con JPA e Hibernate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JPA (Jakarta Persistence API) es el estándar de persistencia de Java. Hibernate es su implementación más popular. Permiten mapear objetos Java a tablas de base de datos sin escribir SQL manual en la mayoría de los casos.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Persistencia con JPA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Entidades y Relaciones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@Entity mapea una clase a una tabla. @OneToMany, @ManyToOne, @ManyToMany y @OneToOne definen las relaciones entre entidades. Hibernate genera el esquema automáticamente con ddl-auto.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Persistencia con JPA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JPQL y Criteria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JPQL (Java Persistence Query Language) permite consultas orientadas a objetos similares a SQL. Spring Data JPA genera implementaciones automáticas de repositorios a partir de nombres de métodos como findByEmailAndActive.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Persistencia con JPA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Transacciones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@Transactional garantiza la atomicidad de operaciones de base de datos. Spring gestiona automáticamente el commit y rollback. Los niveles de aislamiento controlan la concurrencia entre transacciones.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Persistencia con JPA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Modela una base de datos de e-learning con JPA: entidades Curso, Módulo, Usuario e Inscripción con sus relaciones. Implementa un repositorio con consultas personalizadas para obtener el progreso de cada usuario.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omfortaa"/>
              </a:rPr>
              <a:t>¡Sigue aprendiendo!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7A74F"/>
                </a:solidFill>
                <a:latin typeface="Comfortaa"/>
              </a:rPr>
              <a:t>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97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dataquantum Learning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