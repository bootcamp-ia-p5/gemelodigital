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7A74F"/>
                </a:solidFill>
                <a:latin typeface="Comfortaa"/>
              </a:rPr>
              <a:t>PROGRAMACIÓN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omfortaa"/>
              </a:rPr>
              <a:t>JavaScript / TypeScript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DDFF"/>
                </a:solidFill>
                <a:latin typeface="Comfortaa"/>
              </a:rPr>
              <a:t>Desarrollo de aplicaciones web frontend y backend utilizando el ecosistema JS.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C00"/>
                </a:solidFill>
                <a:latin typeface="Comfortaa"/>
              </a:rPr>
              <a:t>Nivel: Intermedio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263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omfortaa"/>
              </a:rPr>
              <a:t>Índice de Módulos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7A74F"/>
                </a:solidFill>
                <a:latin typeface="Comfortaa"/>
              </a:rPr>
              <a:t>JavaScript / TypeScript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361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JavaScript Moderno (ES6+)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Arrow functions y closures  ·  Async/await y Promises  ·  Destructuring y spread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6888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468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963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TypeScript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26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Tipado estático  ·  Interfaces y tipos  ·  Genéricos y decoradores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42900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429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45643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React y 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886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Componentes y hooks  ·  Estado y efectos  ·  Routing y formularios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38912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389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4165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Node.js y 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846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APIs REST con Express  ·  Autenticación JWT  ·  Bases de datos con ORM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34924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349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3766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Testing y Deploy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806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Jest y Vitest  ·  CI/CD para JS  ·  Despliegue en Vercel/AWS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A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mfortaa"/>
              </a:rPr>
              <a:t>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omfortaa"/>
              </a:rPr>
              <a:t>JavaScript Moderno (ES6+)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Arrow functions y closures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Async/await y Promises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Destructuring y spread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mfortaa"/>
              </a:rPr>
              <a:t>dataquantum  ·  JavaScript / TypeScript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JavaScript Moderno (ES6+)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JavaScript Moderno: ES6+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ES6 (2015) y versiones posteriores transformaron JavaScript con arrow functions, clases, módulos, Promises, async/await, destructuring y muchas más características que hacen el código más expresivo y mantenible.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1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JavaScript Moderno (ES6+)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Arrow Functions y Closures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Las arrow functions heredan el contexto léxico de this, eliminando confusiones. Los closures permiten crear funciones con estado privado, base de patrones como el módulo y la memoización.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2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JavaScript Moderno (ES6+)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Async/Await y Promises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Las Promises representan valores futuros. Async/await permite escribir código asíncrono con apariencia síncrona, facilitando la lectura y el manejo de errores con try/catch en operaciones de red o I/O.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3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JavaScript Moderno (ES6+)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Destructuring y Spread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El destructuring extrae valores de arrays y objetos en variables. El operador spread (...) clona y combina colecciones. Ambos reducen el código boilerplate y mejoran la legibilidad.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4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JavaScript Moderno (ES6+)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Ejercicio Práctico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Crea una función asíncrona que obtenga datos de 3 APIs en paralelo usando Promise.all, transforme los resultados con destructuring y los muestre en consola con manejo de errores.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5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A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mfortaa"/>
              </a:rPr>
              <a:t>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omfortaa"/>
              </a:rPr>
              <a:t>TypeScript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Tipado estático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Interfaces y tipos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Genéricos y decoradores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mfortaa"/>
              </a:rPr>
              <a:t>dataquantum  ·  JavaScript / TypeScript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TypeScript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TypeScript: JavaScript con Superpoderes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TypeScript añade tipado estático opcional a JavaScript. El compilador detecta errores en tiempo de compilación, mejora el autocompletado en IDEs y hace el código más autodocumentado y mantenible a escala.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1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TypeScript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Tipado Estático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TypeScript infiere tipos cuando es posible. Los tipos explícitos (string, number, boolean, array, object) y los tipos union (string | number) permiten expresar con precisión qué datos acepta cada función.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2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TypeScript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Interfaces y Tipos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Las interfaces definen contratos de forma de objetos. Los type aliases permiten tipos complejos con union e intersection. Ambos mejoran la comunicación entre componentes y la detección de errores.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3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TypeScript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Genéricos y Decoradores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Los genéricos crean componentes reutilizables que funcionan con cualquier tipo: Array&lt;T&gt;, Promise&lt;T&gt;. Los decoradores (experimentales) añaden metadatos y comportamiento a clases y métodos.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4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TypeScript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Ejercicio Práctico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Migra una clase JavaScript de gestión de usuarios a TypeScript: añade interfaces para User y UserRepository, tipado completo en métodos y un genérico para operaciones CRUD reutilizables.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5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A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mfortaa"/>
              </a:rPr>
              <a:t>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omfortaa"/>
              </a:rPr>
              <a:t>React y 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Componentes y hooks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Estado y efectos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Routing y formularios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mfortaa"/>
              </a:rPr>
              <a:t>dataquantum  ·  JavaScript / TypeScript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React y 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React: La Librería de UI más Popular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React es usada por el 40% de los desarrolladores web (Stack Overflow 2024). Su modelo de componentes, el Virtual DOM y su ecosistema maduro la convierten en el estándar para interfaces web modernas.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1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React y 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Componentes y Hooks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Los componentes funcionales son funciones que retornan JSX. Los hooks (useState, useEffect, useContext, useReducer) permiten gestionar estado y efectos secundarios sin clases, con código más limpio y testeable.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2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React y 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Estado y Efectos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useState gestiona el estado local del componente. useEffect sincroniza con sistemas externos (APIs, timers, suscripciones). useContext comparte estado global sin prop drilling.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3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React y 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Routing y Formularios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React Router gestiona la navegación SPA con rutas declarativas. React Hook Form optimiza el rendimiento de formularios complejos con validación integrada y mínimos re-renders.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4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React y 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Ejercicio Práctico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Construye una aplicación React de lista de tareas con TypeScript: componentes tipados, useState para el estado, useEffect para persistencia en localStorage y React Router para navegación entre vistas.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5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Comfortaa"/>
              </a:rPr>
              <a:t>¡Sigue aprendiendo!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01752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7A74F"/>
                </a:solidFill>
                <a:latin typeface="Comfortaa"/>
              </a:rPr>
              <a:t>JavaScript / TypeScript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8978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dataquantum Learning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