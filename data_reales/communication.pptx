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7A74F"/>
                </a:solidFill>
                <a:latin typeface="Comfortaa"/>
              </a:rPr>
              <a:t>HABILIDADES TRANSVERSALES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omfortaa"/>
              </a:rPr>
              <a:t>Comunicación Efectiva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  <a:latin typeface="Comfortaa"/>
              </a:rPr>
              <a:t>Capacidad para transmitir ideas técnicas de forma clara a audiencias diversas.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C00"/>
                </a:solidFill>
                <a:latin typeface="Comfortaa"/>
              </a:rPr>
              <a:t>Nivel: Todos los niveles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mfortaa"/>
              </a:rPr>
              <a:t>Índice de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A74F"/>
                </a:solidFill>
                <a:latin typeface="Comfortaa"/>
              </a:rPr>
              <a:t>Comunicación Efectiva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Fundamentos de Comunicación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Comunicación verbal y no verbal  ·  Escucha activa  ·  Comunicación asertiva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Comunicación Técnica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Adaptar el mensaje a la audiencia  ·  Documentación técnica  ·  Code reviews efectivos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Presentaciones de Alto Impacto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Estructura Pirámide de Minto  ·  Diseño de diapositivas  ·  Storytelling con datos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Comunicación Escrita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Emails y mensajes efectivos  ·  Documentación de proyectos  ·  Escritura técnica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Comunicación en Equipos Ágiles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Daily standups efectivos  ·  Retrospectivas  ·  Gestión de conflictos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Fundamentos de Comunicación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Comunicación verbal y no verbal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Escucha activa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Comunicación asertiva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Comunicación Efectiva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Comunicación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La Comunicación: El Multiplicador del Talento Técnico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Las habilidades técnicas te abren la puerta. La comunicación determina hasta dónde llegas. Los profesionales que saben comunicar su trabajo técnico tienen un 40% más de probabilidades de ser promovidos (LinkedIn Workplace Learning Report 2024).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Comunicación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Comunicación Verbal y No Verbal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55% del impacto de un mensaje proviene del lenguaje corporal, el 38% del tono de voz y solo el 7% de las palabras (Mehrabian). En comunicación técnica: claridad, ritmo pausado, contacto visual y postura abierta transmiten confianza y credibilidad.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Comunicación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Escucha Activa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escucha activa va más allá de oír: implica comprender, reformular y responder. En reuniones técnicas: tomar notas, hacer preguntas clarificadoras, resumir lo entendido y evitar interrumpir. El 70% de los malentendidos en proyectos se deben a escucha deficiente.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Comunicación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Comunicación Asertiva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asertividad expresa opiniones y necesidades de forma directa, honesta y respetuosa, sin agresividad ni pasividad. En equipos técnicos: decir 'no' con alternativas, dar feedback constructivo y defender decisiones técnicas con argumentos, no con emociones.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Comunicación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Grábate explicando un concepto técnico complejo (microservicios, machine learning) a una audiencia no técnica en 3 minutos. Analiza el video: ¿usaste jerga innecesaria? ¿El ritmo fue adecuado? ¿El lenguaje corporal transmitió confianza?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Comunicación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Adaptar el mensaje a la audiencia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Documentación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Code reviews efectivos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Comunicación Efectiva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Comunicación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Comunicación Técnica: Hablar el Idioma de tu Audiencia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mayor error de los profesionales técnicos es comunicar de la misma forma a un CEO que a un desarrollador. La comunicación efectiva adapta el nivel de detalle, el vocabulario y el foco (negocio vs implementación) según quién escucha.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Comunicación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Adaptar el Mensaje a la Audiencia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Para dirección: impacto en negocio, ROI, riesgos y plazos. Para técnicos: arquitectura, decisiones de diseño, trade-offs. Para clientes: beneficios, demos, casos de uso. Para stakeholders: avance, bloqueos, próximos pasos. Mismo proyecto, cuatro mensajes diferentes.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Comunicación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Documentación Técnica Efectiva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buena documentación técnica responde a: ¿qué hace? (README), ¿cómo funciona? (arquitectura), ¿cómo se usa? (guía de usuario), ¿cómo se desarrolla? (guía de contribución). Herramientas: Confluence, Notion, MkDocs, Docusaurus.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Comunicación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Code Reviews Efectivos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code review es comunicación técnica escrita. Comentarios efectivos: específicos ('usa List.of() en lugar de new ArrayList()'), explicativos ('porque es inmutable y más eficiente'), no personales ('el código' no 'tú'). El objetivo es mejorar el código, no demostrar superioridad.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Comunicación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Prepara la misma actualización de proyecto para tres audiencias: el CTO (1 slide con métricas de negocio), el equipo técnico (documento técnico con arquitectura) y el cliente (email con beneficios y próximos pasos). Comparte con compañeros para feedback.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Presentaciones de Alto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Estructura Pirámide de Minto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Diseño de diapositivas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Storytelling con datos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Comunicación Efectiva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Presentaciones de Alto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Presentaciones de Alto Impacto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Una presentación técnica de alto impacto no es la que tiene más información: es la que genera la decisión o acción deseada. El 90% de las presentaciones técnicas fallan porque priorizan el 'qué hicimos' sobre el 'por qué importa'.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Presentaciones de Alto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La Pirámide de Minto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Pirámide de Minto estructura el mensaje de arriba abajo: conclusión primero (el insight clave), luego los argumentos que la soportan, luego los datos que los respaldan. Esto respeta el tiempo de la audiencia y facilita la toma de decisiones.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Presentaciones de Alto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Diseño de Diapositivas Efectivas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Una diapositiva = una idea. El título debe ser el insight, no el tema ('Las ventas cayeron un 20% en Q3' vs 'Ventas Q3'). Menos texto, más visual. Sin bullet points si se puede usar un diagrama. El contraste y el espacio en blanco son tus aliados.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Presentaciones de Alto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Storytelling con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datos solos no convencen: necesitan narrativa. Estructura: contexto (situación actual), complicación (el problema), pregunta (¿qué hacemos?), respuesta (la recomendación). Los datos son la evidencia, no el protagonista. El protagonista es el insight.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Presentaciones de Alto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Transforma una presentación técnica existente usando la Pirámide de Minto: identifica el insight principal, reorganiza las diapositivas de conclusión a detalle, reescribe los títulos como insights y elimina el 50% del texto reemplazándolo por visualizaciones.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omfortaa"/>
              </a:rPr>
              <a:t>¡Sigue aprendiendo!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7A74F"/>
                </a:solidFill>
                <a:latin typeface="Comfortaa"/>
              </a:rPr>
              <a:t>Comunicación Efectiva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dataquantum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