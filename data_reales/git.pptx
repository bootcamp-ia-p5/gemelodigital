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PROGRAMACIÓN</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Control de Versiones (Git)</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Gestión del código fuente, branching, merging y colaboración en repositorios.</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Inicial</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Control de Versiones (Git)</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Git Fundamentos</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Inicializar y clonar repos  ·  Commits y staging area  ·  Historial y logs</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Branching y Merging</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Crear y gestionar ramas  ·  Merge y rebase  ·  Resolución de conflictos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Colaboración Remota</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GitHub y GitLab  ·  Pull Requests y Code Review  ·  Fork y contribución open source</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Estrategias de Branching</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Git Flow  ·  Trunk-based development  ·  Feature flags</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Git Avanzado y CI/CD</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Hooks de Git  ·  Submódulos  ·  Integración con pipelines</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Git Fundamentos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Inicializar y clonar repos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Commits y staging area</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Historial y logs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Control de Versiones (Git)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Git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Git: El Sistema de Control de Versiones Estándar</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 es usado por el 93% de los desarrolladores (Stack Overflow 2023). Creado por Linus Torvalds en 2005 para gestionar el kernel de Linux, hoy es la herramienta de colaboración más importante en el desarrollo de software.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Git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Inicializar y Clonar Repositorios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 init crea un nuevo repositorio local. git clone copia un repositorio remoto. El directorio .git almacena toda la historia del proyecto. git remote gestiona las conexiones con repositorios remotos.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Git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Commits y Staging Area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staging area (índice) permite preparar cambios selectivos antes del commit. git add añade archivos al índice. git commit crea una instantánea permanente con un mensaje descriptivo. git status muestra el estado actual.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Git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Historial y Logs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 log muestra el historial de commits con hash, autor, fecha y mensaje. git diff compara versiones. git blame muestra quién modificó cada línea. git bisect encuentra el commit que introdujo un bug con búsqueda binaria.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Git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repositorio para un proyecto de calculadora: realiza al menos 5 commits atómicos con mensajes descriptivos siguiendo Conventional Commits, usa git log --oneline para revisar el historial y git diff para comparar versiones.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Branching y Merging</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Crear y gestionar ramas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Merge y rebase</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Resolución de conflictos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Control de Versiones (Git)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Branching y Merging</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Branching: Desarrollo Paralelo sin Conflictos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ramas permiten trabajar en funcionalidades, correcciones y experimentos de forma aislada sin afectar al código principal. Son ligeras en Git: crear una rama es casi instantáneo y no copia el código.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Branching y Merging</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Crear y Gestionar Ramas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 branch crea ramas. git checkout -b crea y cambia en un paso. git branch -d elimina ramas fusionadas. git branch -a lista todas las ramas locales y remotas. Las ramas son simplemente punteros a commits.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Branching y Merging</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Merge y Rebase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 merge integra los cambios de una rama en otra creando un commit de merge. git rebase reaplica los commits sobre otra base, creando un historial lineal. Rebase es preferible para ramas de feature; merge para integración.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Branching y Merging</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Resolución de Conflictos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conflictos ocurren cuando dos ramas modifican las mismas líneas. Git marca los conflictos con &lt;&lt;&lt;&lt;&lt;&lt;, ======= y &gt;&gt;&gt;&gt;&gt;&gt;&gt;. Se resuelven editando el archivo, añadiendo al staging y completando el merge o rebase.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Branching y Merging</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Simula un flujo de trabajo en equipo: crea dos ramas que modifiquen el mismo archivo, intenta hacer merge, resuelve el conflicto manualmente y verifica el resultado con git log --graph --oneline.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Colaboración Remota</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GitHub y GitLab</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Pull Requests y Code Review</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Fork y contribución open source</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Control de Versiones (Git)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Colaboración Remota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Colaboración Remota con GitHub y GitLab</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GitHub y GitLab son plataformas de colaboración basadas en Git. Añaden Pull Requests (revisión de código), Issues (gestión de tareas), Actions/CI (automatización) y wikis sobre el sistema de control de versiones.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Colaboración Remota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Pull Requests y Code Review</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Pull Request propone integrar cambios de una rama a otra. El code review permite a los compañeros revisar, comentar y aprobar los cambios antes de integrarlos. Es la práctica que más mejora la calidad del código en equipo.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Colaboración Remota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Fork y Contribución Open Source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fork crea una copia personal de un repositorio ajeno. Permite proponer cambios a proyectos open source mediante Pull Requests. Es la base del modelo de colaboración de millones de proyectos públicos en GitHub.</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Colaboración Remota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Buenas Prácticas de Colaboración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Commits atómicos y descriptivos (Conventional Commits). Ramas con nombres descriptivos (feature/login, fix/null-pointer). PRs pequeños y enfocados. Code review constructivo. Protección de la rama main con reglas de merge.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Colaboración Remota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Contribuye a un repositorio de práctica en GitHub: haz fork, crea una rama, añade una funcionalidad, abre un Pull Request con descripción detallada y responde a los comentarios de revisión simulados.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Control de Versiones (Git)</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