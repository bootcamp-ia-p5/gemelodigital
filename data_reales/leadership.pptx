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HABILIDADES TRANSVERSALES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Liderazgo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Guiar equipos técnicos, tomar decisiones de arquitectura y mentorizar desarrolladores.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Avanzado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Liderazgo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El Rol del Tech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Tech Lead vs Manager  ·  Responsabilidades técnicas  ·  Influencia sin autoridad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Toma de Decisiones Técnicas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ADRs (Architecture Decision Records)  ·  RFC y propuestas técnicas  ·  Trade-offs y deuda técnica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Mentoring y Desarrollo de Equipo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1:1 efectivos  ·  Feedback técnico  ·  Planes de desarrollo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Gestión de la Deuda Técnica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Identificar y cuantificar  ·  Estrategias de reducción  ·  Comunicar a negocio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Liderazgo en Crisis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Gestión de incidentes  ·  Postmortems sin culpa  ·  Comunicación bajo presión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El Rol del Tech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Tech Lead vs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Responsabilidades técnicas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Influencia sin autoridad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Liderazgo Técnico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El Rol del Tech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El Tech Lead: Puente entre Tecnología y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Tech Lead es el profesional técnico más influyente de un equipo. No es el mejor programador: es quien combina excelencia técnica con habilidades de comunicación, liderazgo y visión estratégica para guiar al equipo hacia los objetivos del negocio.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El Rol del Tech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Tech Lead vs Engineering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Tech Lead lidera técnicamente: arquitectura, calidad del código, decisiones tecnológicas, mentoring técnico. El Engineering Manager lidera las personas: contratación, rendimiento, desarrollo profesional, procesos. En equipos pequeños, una persona puede hacer ambos 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El Rol del Tech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Responsabilidades del Tech Lead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Definir la dirección técnica del equipo. Tomar y documentar decisiones de arquitectura. Garantizar la calidad del código mediante code reviews. Eliminar impedimentos técnicos. Mentorizar a los miembros del equipo. Comunicar el estado técnico a stakeholders no técnicos.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El Rol del Tech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Influencia sin Autoridad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Tech Lead raramente tiene autoridad jerárquica sobre el equipo. Su influencia viene de la credibilidad técnica, la claridad de argumentación, la escucha activa y la capacidad de construir consenso. Imponer decisiones técnicas genera resistencia; convencer genera compromiso.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El Rol del Tech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Mapea las responsabilidades de un Tech Lead en tu organización actual: identifica qué responsabilidades técnicas y de liderazgo existen, cuáles están cubiertas, cuáles están vacías y cuáles generan conflicto. Propón un modelo de roles claro.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Toma de Decisiones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ADRs (Architecture Decision 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RFC y propuestas técnicas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Trade-offs y deuda técnica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Liderazgo Técnico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Toma de Decisiones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Toma de Decisiones Técnicas Documentadas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decisiones técnicas no documentadas se convierten en deuda de conocimiento: nadie sabe por qué se tomaron, no se pueden revisar y generan discusiones repetidas. Los ADRs y RFCs son las herramientas para convertir decisiones en activos del equipo.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Toma de Decisiones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ADRs: Architecture Decision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ADR documenta una decisión arquitectónica importante: contexto (por qué se necesita decidir), opciones consideradas, decisión tomada, consecuencias (positivas y negativas). Son documentos vivos, versionados en Git junto al código. Formato ligero, máximo 1 página.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Toma de Decisiones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RFCs: Request for Comments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RFC propone un cambio técnico significativo para revisión del equipo antes de implementarlo. Incluye motivación, diseño detallado, alternativas consideradas, impacto en sistemas existentes y plan de implementación. El proceso de RFC mejora la calidad y genera consenso.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Toma de Decisiones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Trade-offs y Deuda Técnica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Toda decisión técnica tiene trade-offs: velocidad vs calidad, flexibilidad vs simplicidad, consistencia vs autonomía. El Tech Lead hace explícitos estos trade-offs, elige conscientemente y documenta la deuda técnica aceptada para gestionarla en el futuro.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Toma de Decisiones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Escribe un ADR para una decisión técnica real o simulada: la elección entre microservicios y monolito para una nueva plataforma. Documenta el contexto, las 3 opciones consideradas, la decisión final y las consecuencias esperadas.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Mentoring y Desarrollo de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1:1 efectivos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Feedback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Planes de desarrollo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Liderazgo Técnico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Mentoring y Desarrollo de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Mentoring: Multiplicar el Impacto a través del Equipo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mejor Tech Lead no es el que resuelve todos los problemas: es el que desarrolla un equipo capaz de resolverlos sin él. El mentoring técnico multiplica el impacto individual y es la inversión con mayor retorno a largo plazo en un equipo de ingeniería.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Mentoring y Desarrollo de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1:1 Técnicos Efectivos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1:1 regulares (semanales o quincenales) son el espacio para el desarrollo individual. Agenda: ¿qué está yendo bien? ¿qué bloqueos hay? ¿qué quiere aprender? ¿cómo puede crecer? El Tech Lead escucha el 70% del tiempo y facilita, no instruye.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Mentoring y Desarrollo de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Feedback Técnico Constructivo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feedback técnico efectivo es: específico ('este método hace 3 cosas diferentes'), orientado al código no a la persona, con alternativas ('considera extraer una función para X'), oportuno (en el code review, no semanas después) y equilibrado (reconocer lo que funciona bien).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Mentoring y Desarrollo de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Planes de Desarrollo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plan de desarrollo técnico define: dónde está el desarrollador ahora, dónde quiere estar en 6-12 meses, qué habilidades necesita desarrollar y cómo (proyectos, formación, mentoring). El Tech Lead facilita oportunidades de crecimiento alineadas con los objetivos del equipo.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Mentoring y Desarrollo de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un plan de desarrollo técnico para un desarrollador junior que quiere convertirse en senior en 18 meses: evalúa sus habilidades actuales, define las competencias objetivo, propón proyectos de crecimiento y establece checkpoints de evaluación trimestrales.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Liderazgo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