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DATOS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Visualización de Datos</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Creación de dashboards y gráficos interactivos para comunicar insights de negocio.</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Intermedio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Visualización de Datos</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Principios de Visualización</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Elegir el gráfico correcto  ·  Diseño visual efectivo  ·  Narrativa con datos</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Python para Visualización</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Matplotlib y Seaborn  ·  Plotly interactivo  ·  Altair y Bokeh</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Power BI</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Modelo de datos  ·  DAX y medidas  ·  Dashboards interactivos</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Tableau</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Conexión a datos  ·  Cálculos y LOD  ·  Storytelling con Tableau</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Proyecto de Dashboard</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Dashboard ejecutivo  ·  KPIs de negocio  ·  Publicación y compartición</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Principios de Visualización</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Elegir el gráfico correcto</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Diseño visual efectivo</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Narrativa con datos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Visualización de Datos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Principios de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La Visualización como Herramienta de Decisión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cerebro humano procesa imágenes 60.000 veces más rápido que texto. Una visualización bien diseñada puede comunicar en segundos lo que una tabla de datos no puede en minutos. Es la diferencia entre datos y conocimiento accionable.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Principios de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Elegir el Gráfico Correcto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Barras para comparar categorías. Líneas para evolución temporal. Dispersión para correlaciones. Mapas de calor para matrices. Treemaps para jerarquías. Histogramas para distribuciones. Elegir el gráfico incorrecto distorsiona el mensaje.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Principios de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Principios de Diseño Visual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Menos es más: eliminar el chartjunk (rejillas, bordes, sombras innecesarias). Usar el color con propósito: máximo 3-4 colores. Alinear elementos. Usar el tamaño para codificar magnitud. El título debe ser el insight, no la descripción.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Principios de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Narrativa con Datos (Data Storytelling)</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narrativa transforma gráficos en historias: contexto (¿qué pasaba antes?), conflicto (¿qué cambió?) y resolución (¿qué debemos hacer?). La estructura Pirámide de Minto guía al lector desde la conclusión hasta los detalles.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Principios de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Rediseña 3 visualizaciones deficientes (gráficos de tarta, 3D innecesario, demasiados colores): identifica los problemas, aplica los principios de diseño visual y crea versiones mejoradas que comuniquen el mismo mensaje con más claridad.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Python para Visualización</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Matplotlib y Seaborn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Plotly interactivo</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Altair y Bokeh</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Visualización de Datos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Python para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Python para Visualización de Datos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Python ofrece el ecosistema de visualización más completo: Matplotlib para control total, Seaborn para estadística, Plotly para interactividad, Altair para gramática de gráficos y Bokeh para aplicaciones web. Cada librería tiene su nicho.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Python para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Matplotlib y Seaborn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Matplotlib es la base de la visualización en Python: control total sobre cada elemento. Seaborn construye sobre Matplotlib con una API de alto nivel para gráficos estadísticos: heatmaps, pairplots, violin plots y boxplots con una línea de código.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Python para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Plotly: Visualizaciones Interactivas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Plotly genera gráficos interactivos (zoom, hover, filtros) que funcionan en navegadores y Jupyter. Plotly Express simplifica la creación. Dash permite construir dashboards analíticos completos con Python sin JavaScript.</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Python para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Altair: Gramática de Gráficos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Altair implementa la gramática de gráficos de Vega-Lite: cada visualización es una especificación declarativa de cómo mapear datos a propiedades visuales. Permite crear visualizaciones complejas con código conciso y expresivo.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Python para Visualización</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dashboard analítico con Plotly Dash para un dataset de ventas: incluye un gráfico de líneas de evolución temporal, un mapa de calor de correlaciones, un scatter plot interactivo y filtros por fecha y categoría.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Power BI</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Modelo de datos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DAX y medidas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Dashboards interactivos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Visualización de Datos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Power BI</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Power BI: El Estándar Empresarial de BI</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Power BI es la herramienta de Business Intelligence más usada en empresas (Gartner Magic Quadrant 2024). Permite conectar a cientos de fuentes de datos, crear modelos relacionales, calcular métricas con DAX y publicar dashboards interactivos.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Power BI</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Modelo de Datos en Power BI</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modelo de datos es la base de todo en Power BI. Las tablas se conectan mediante relaciones (como claves foráneas en SQL). El esquema estrella (tabla de hechos + dimensiones) es el modelo recomendado para rendimiento óptimo.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Power BI</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DAX: Data Analysis Expressions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DAX es el lenguaje de fórmulas de Power BI. Las medidas calculan valores dinámicamente según el contexto del filtro. CALCULATE(), FILTER(), ALL() y RELATED() son las funciones más potentes para métricas avanzadas como YTD, MTD y comparativas.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Power BI</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Dashboards Interactivos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dashboards de Power BI combinan visualizaciones, filtros (slicers), segmentaciones y drill-through para exploración de datos. Los bookmarks guardan vistas específicas. La publicación en Power BI Service permite compartir con toda la organización.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Power BI</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dashboard ejecutivo de ventas en Power BI: importa datos de Excel, crea el modelo estrella, calcula medidas DAX para ventas totales, variación vs año anterior y top 5 productos, y diseña un dashboard con 4 visualizaciones clave.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Visualización de Datos</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