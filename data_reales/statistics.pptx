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DATOS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Estadística y Probabilidad</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Fundamentos matemáticos para modelar incertidumbre y validar hipótesis de datos.</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Inicial</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Estadística y Probabilidad</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Estadística Descriptiva</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Medidas de tendencia central  ·  Medidas de dispersión  ·  Distribuciones de frecuencia</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Probabilidad</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Espacio muestral y eventos  ·  Probabilidad condicional  ·  Distribuciones de probabilidad</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Inferencia Estadística</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Estimación y intervalos de confianza  ·  Tests de hipótesis  ·  Errores tipo I y II</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Regresión y Correlación</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Regresión lineal simple y múltiple  ·  Correlación de Pearson y Spearman  ·  Validación del modelo</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Estadística para ML</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Distribuciones en ML  ·  Regularización estadística  ·  Validación cruzada</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Estadística Descriptiva</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Medidas de tendencia central</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Medidas de dispersión</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Distribuciones de frecuencia</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Estadística y Probabilidad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Estadística Descriptiva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Estadística: El Lenguaje de la Incertidumbre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estadística permite tomar decisiones racionales con información incompleta. Sin estadística, los datos son solo números. Con ella, los datos se convierten en evidencia. Es el fundamento de cualquier análisis de datos, experimento o modelo de ML.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Estadística Descriptiva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Medidas de Tendencia Central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media aritmética es sensible a outliers. La mediana es robusta: el valor central de los datos ordenados. La moda es el valor más frecuente. Para datos sesgados (salarios, precios de vivienda), la mediana es más representativa que la media.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Estadística Descriptiva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Medidas de Dispersión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varianza mide la dispersión cuadrática media respecto a la media. La desviación típica (raíz de la varianza) está en las mismas unidades que los datos. El rango intercuartílico (IQR = Q3 - Q1) es robusto a outliers.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Estadística Descriptiva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Distribuciones de Frecuencia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histogramas muestran la distribución de los datos. La distribución normal (campana de Gauss) es la más importante: media ± 1σ cubre el 68%, ± 2σ el 95%, ± 3σ el 99.7%. La asimetría y la curtosis describen la forma de la distribución.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Estadística Descriptiva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Analiza la distribución de salarios de un dataset de empleados: calcula media, mediana, desviación típica e IQR, crea un histograma y un boxplot, identifica outliers con el criterio del IQR y compara la distribución por departamento.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Probabilidad</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Espacio muestral y eventos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Probabilidad condicional</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Distribuciones de probabilidad</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Estadística y Probabilidad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Probabilidad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Probabilidad: Cuantificar la Incertidumbre</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probabilidad asigna un número entre 0 y 1 a la posibilidad de que ocurra un evento. Es la base del Machine Learning (modelos probabilísticos), los tests de hipótesis, los sistemas de recomendación y la toma de decisiones bajo incertidumbre.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Probabilidad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Espacio Muestral y Eventos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espacio muestral es el conjunto de todos los resultados posibles. Un evento es un subconjunto del espacio muestral. La probabilidad de un evento es el número de casos favorables dividido por el total de casos igualmente probables.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Probabilidad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Probabilidad Condicional y Bayes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P(A|B) es la probabilidad de A dado que B ha ocurrido. El Teorema de Bayes actualiza creencias previas con nueva evidencia: P(A|B) = P(B|A) × P(A) / P(B). Es la base de los clasificadores Naive Bayes y la estadística bayesiana.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Probabilidad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Distribuciones de Probabilidad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Binomial: número de éxitos en n ensayos. Poisson: eventos en un intervalo de tiempo. Normal: variables continuas simétricas. Exponencial: tiempo entre eventos. Cada distribución modela un tipo específico de fenómeno aleatorio.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Probabilidad</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Aplica el Teorema de Bayes para calcular la probabilidad de que un email sea spam dado que contiene la palabra 'gratis', usando datos de entrenamiento de 1.000 emails etiquetados. Evalúa la precisión del clasificador resultante.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Inferencia Estadística</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Estimación y intervalos de confianza</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Tests de hipótesis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Errores tipo I y II</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Estadística y Probabilidad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Inferencia Estadística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Inferencia Estadística: De la Muestra a la Población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inferencia estadística extrae conclusiones sobre una población a partir de una muestra. Permite generalizar resultados de un experimento con A/B testing, validar hipótesis científicas y estimar parámetros con intervalos de confianza.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Inferencia Estadística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Estimación e Intervalos de Confianza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estimador puntual (la media muestral) estima el parámetro poblacional. El intervalo de confianza al 95% garantiza que, si repitiéramos el experimento 100 veces, 95 intervalos contendrían el verdadero parámetro poblacional.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Inferencia Estadística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Tests de Hipótesis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hipótesis nula (H₀) es la afirmación por defecto (no hay efecto). La alternativa (H₁) es lo que queremos demostrar. El p-valor mide la evidencia contra H₀: si p &lt; 0.05, rechazamos H₀ y concluimos que hay un efecto estadísticamente significativo.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Inferencia Estadística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Errores Tipo I y Tipo II</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error tipo I (falso positivo) rechaza H₀ cuando es verdadera: probabilidad = α (nivel de significación). El error tipo II (falso negativo) no rechaza H₀ cuando es falsa: probabilidad = β. La potencia estadística = 1 - β.</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Inferencia Estadística</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Analiza un experimento A/B de una web de e-commerce: la versión B tiene una tasa de conversión del 3.2% vs 3.0% de la versión A con 10.000 visitantes cada una. ¿Es la diferencia estadísticamente significativa? Calcula el p-valor y concluye.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Estadística y Probabilidad</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