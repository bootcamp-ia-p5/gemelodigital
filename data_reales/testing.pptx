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Testing y Calidad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Diseño e implementación de pruebas unitarias, de integración y end-to-end.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Intermedio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Testing y Calidad de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Fundamentos del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La pirámide del testing  ·  TDD y BDD  ·  Métricas de calidad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Tests Unitarios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pytest y JUnit 5  ·  Mocking y stubs  ·  Cobertura de código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Tests de Integración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Testing de APIs  ·  Bases de datos en tests  ·  Testcontainers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Tests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Cypress y Playwright  ·  Page Object Model  ·  Tests visuales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Testing en CI/CD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Pipelines de testing  ·  Reporting de calidad  ·  Quality gates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Fundamentos del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La pirámide del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TDD y BDD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Métricas de calidad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Testing y Calidad de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Por Qué el Testing es Imprescindible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bug en producción cuesta entre 15 y 100 veces más que detectarlo en desarrollo (IBM). El 80% de los proyectos de software fracasan por problemas de calidad. El testing no es un coste: es una inversión con ROI demostrado.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La Pirámide del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pirámide recomienda: muchos tests unitarios (rápidos, baratos), algunos de integración (medios) y pocos E2E (lentos, caros). Invertir la pirámide genera suites lentas, frágiles y costosas de mantener.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TDD: Test-Driven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TDD invierte el orden: escribe el test primero (falla), luego el código mínimo para pasarlo (verde), luego refactoriza (refactor). Este ciclo Red-Green-Refactor produce código más modular, testeable y con mejor diseño.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BDD: Behavior-Driven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BDD extiende TDD con lenguaje de negocio (Gherkin): Given-When-Then. Permite que Product Owners escriban escenarios de aceptación que se convierten en tests ejecutables, alineando negocio y desarrollo.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Aplica TDD para implementar una función de validación de contraseñas: escribe primero los tests para longitud mínima, mayúsculas, números y caracteres especiales, luego implementa la función que los pasa.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Tests Unitarios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pytest y JUnit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Mocking y stubs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Cobertura de código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Testing y Calidad de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Tests Unitarios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Tests Unitarios: La Base de la Calidad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tests unitarios verifican el comportamiento de la unidad más pequeña de código (función, método, clase) de forma aislada. Son rápidos (milisegundos), deterministas y deben cubrir casos felices, errores y bordes.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Tests Unitarios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pytest: El Framework de Testing de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pytest es el framework de testing más popular en Python. Sus fixtures permiten configurar el estado de los tests. Los parámetros (@pytest.mark.parametrize) evitan duplicación. Los plugins extienden su funcionalidad.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Tests Unitarios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JUnit 5: Testing en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JUnit 5 introduce @Test, @BeforeEach, @AfterEach, @ParameterizedTest y @ExtendWith. Las aserciones de AssertJ son más expresivas que las de JUnit. Mockito se integra para aislar dependencias.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Tests Unitarios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Mocking y Stubs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mocks simulan dependencias externas (bases de datos, APIs, servicios). unittest.mock en Python y Mockito en Java permiten verificar interacciones y controlar respuestas sin llamadas reales a sistemas externos.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Tests Unitarios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Escribe tests unitarios para un servicio de envío de emails: mockea el cliente SMTP, verifica que se llama con los parámetros correctos, simula errores de red y mide la cobertura con pytest-cov o JaCoCo.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Tests de Integración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Testing de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Bases de datos en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Testcontainers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Testing y Calidad de Software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Tests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Tests de Integración: Verificando la Conexión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tests de integración verifican que los componentes funcionan correctamente juntos: la API con la base de datos, el servicio con el repositorio, el cliente con el servidor. Son más lentos pero detectan errores que los unitarios no pueden.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Tests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Testing de APIs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APIs se testean con clientes HTTP en los tests: requests en Python, RestAssured en Java, supertest en Node.js. Se verifican códigos de estado, estructura del JSON, cabeceras y comportamiento ante errores.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Tests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Bases de Datos en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tests de integración necesitan una base de datos real o equivalente. Las opciones son: base de datos en memoria (H2, SQLite), base de datos de test dedicada o Testcontainers para levantar contenedores Docker en los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Tests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Testcontainers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Testcontainers levanta contenedores Docker reales (PostgreSQL, Redis, Kafka) durante los tests, garantizando que el entorno de test es idéntico al de producción. Disponible para Java, Python, Node.js y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Tests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Escribe tests de integración para una API de gestión de usuarios: usa Testcontainers para levantar PostgreSQL, verifica el CRUD completo, los códigos de respuesta HTTP y la persistencia real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Testing y Calidad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