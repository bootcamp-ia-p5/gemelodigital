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7A74F"/>
                </a:solidFill>
                <a:latin typeface="Comfortaa"/>
              </a:rPr>
              <a:t>PROGRAMACIÓN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omfortaa"/>
              </a:rPr>
              <a:t>Fundamentos de Programación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CDDFF"/>
                </a:solidFill>
                <a:latin typeface="Comfortaa"/>
              </a:rPr>
              <a:t>Lógica algorítmica y estructuras de datos básicas.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C00"/>
                </a:solidFill>
                <a:latin typeface="Comfortaa"/>
              </a:rPr>
              <a:t>Nivel: Inicial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263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omfortaa"/>
              </a:rPr>
              <a:t>Índice de Módulos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7A74F"/>
                </a:solidFill>
                <a:latin typeface="Comfortaa"/>
              </a:rPr>
              <a:t>Fundamentos de Programación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3619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Pensamiento Computacional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Algoritmos y pseudocódigo  ·  Diagramas de flujo  ·  Lógica booleana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6888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468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9631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Estructuras de Datos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26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Arrays y listas  ·  Pilas y colas  ·  Árboles y grafos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42900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4290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45643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Complejidad Algorítmica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886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Notación Big O  ·  Búsqueda y ordenación  ·  Optimización básica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38912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3891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41655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Paradigmas de Programación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8463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Programación imperativa  ·  Programación funcional  ·  Programación orientada a objetos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34924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349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3766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Proyecto Final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806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Resolución de problemas reales  ·  Revisión de código  ·  Buenas prácticas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A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omfortaa"/>
              </a:rPr>
              <a:t>MÓDULO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omfortaa"/>
              </a:rPr>
              <a:t>Pensamiento Computacional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Algoritmos y pseudocódigo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Diagramas de flujo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Lógica booleana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3276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mfortaa"/>
              </a:rPr>
              <a:t>dataquantum  ·  Fundamentos de Programación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Pensamiento Computacional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Introducción al Pensamiento Computacional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El pensamiento computacional es la capacidad de resolver problemas de forma sistemática, descomponiéndolos en pasos lógicos que una máquina puede ejecutar.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1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Pensamiento Computacional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Algoritmos y Pseudocódigo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Un algoritmo es una secuencia finita de instrucciones para resolver un problema. El pseudocódigo permite expresar algoritmos en lenguaje natural estructurado antes de codificarlos.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2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Pensamiento Computacional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Diagramas de Flujo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Los diagramas de flujo representan visualmente el flujo de ejecución de un algoritmo usando símbolos estándar: rectángulos (procesos), rombos (decisiones) y óvalos (inicio/fin).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3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Pensamiento Computacional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Lógica Booleana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La lógica booleana opera con valores verdadero/falso usando operadores AND, OR y NOT. Es la base de toda condición y bifurcación en programación.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4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Pensamiento Computacional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Ejercicio Práctico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Diseña un algoritmo en pseudocódigo que determine si un número es primo. Represéntalo con un diagrama de flujo e identifica su complejidad.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5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A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omfortaa"/>
              </a:rPr>
              <a:t>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omfortaa"/>
              </a:rPr>
              <a:t>Estructuras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Arrays y listas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Pilas y colas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Árboles y grafos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3276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mfortaa"/>
              </a:rPr>
              <a:t>dataquantum  ·  Fundamentos de Programación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Estructuras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Introducción a las Estructuras de Datos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Las estructuras de datos organizan la información en memoria para facilitar su acceso y modificación. Elegir la estructura correcta puede reducir el tiempo de ejecución de O(n²) a O(log n).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1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Estructuras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Arrays y Listas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Los arrays almacenan elementos en posiciones contiguas de memoria. Las listas enlazadas permiten inserción y eliminación eficiente en O(1) a costa de acceso secuencial.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2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Estructuras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Pilas y Colas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La pila (LIFO) se usa en la gestión de llamadas a funciones y el historial de navegación. La cola (FIFO) gestiona tareas en sistemas operativos y colas de mensajes.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3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Estructuras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Árboles y Grafos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Los árboles binarios de búsqueda permiten búsqueda en O(log n). Los grafos modelan redes sociales, rutas de transporte y dependencias entre módulos.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4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Estructuras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Ejercicio Práctico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Implementa una pila usando un array que soporte push, pop y peek. Úsala para verificar si una cadena de paréntesis está correctamente balanceada.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5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A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omfortaa"/>
              </a:rPr>
              <a:t>MÓDULO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omfortaa"/>
              </a:rPr>
              <a:t>Complejidad Algorítmica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Notación Big 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Búsqueda y ordenación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Optimización básica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3276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mfortaa"/>
              </a:rPr>
              <a:t>dataquantum  ·  Fundamentos de Programación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Complejidad Algorítmica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¿Qué es la Complejidad Algorítmica?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La complejidad algorítmica mide el coste de un algoritmo en tiempo y espacio en función del tamaño de la entrada. Permite comparar soluciones y elegir la más eficiente.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1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Complejidad Algorítmica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Notación Big 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Big O describe el comportamiento en el peor caso: O(1) constante, O(log n) logarítmico, O(n) lineal, O(n log n) cuasilineal, O(n²) cuadrático. Cada orden de magnitud marca una diferencia práctica enorme.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2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Complejidad Algorítmica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Búsqueda y Ordenación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La búsqueda binaria es O(log n) frente a O(n) de la lineal. QuickSort y MergeSort son O(n log n) frente a O(n²) de BubbleSort. La elección del algoritmo importa.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3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Complejidad Algorítmica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Optimización Básica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Técnicas como memoización, programación dinámica y el uso de estructuras de datos adecuadas pueden transformar soluciones inviables en eficientes para grandes volúmenes de datos.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4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Complejidad Algorítmica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Ejercicio Práctico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Compara el tiempo de ejecución de búsqueda lineal vs binaria sobre listas de 1.000, 10.000 y 100.000 elementos. Grafica los resultados y analiza la diferencia.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5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Comfortaa"/>
              </a:rPr>
              <a:t>¡Sigue aprendiendo!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01752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7A74F"/>
                </a:solidFill>
                <a:latin typeface="Comfortaa"/>
              </a:rPr>
              <a:t>Fundamentos de Programación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89788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dataquantum Learning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