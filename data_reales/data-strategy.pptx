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217920"/>
            <a:ext cx="12188952" cy="64008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7A74F"/>
                </a:solidFill>
                <a:latin typeface="Comfortaa"/>
              </a:rPr>
              <a:t>PRODUCTO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>
                <a:solidFill>
                  <a:srgbClr val="FFFFFF"/>
                </a:solidFill>
                <a:latin typeface="Comfortaa"/>
              </a:rPr>
              <a:t>Estrategia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566160"/>
            <a:ext cx="8686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CCDDFF"/>
                </a:solidFill>
                <a:latin typeface="Comfortaa"/>
              </a:rPr>
              <a:t>Definición de una visión de datos que alinee tecnología y negocio para la toma de decisiones.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720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8C00"/>
                </a:solidFill>
                <a:latin typeface="Comfortaa"/>
              </a:rPr>
              <a:t>Nivel: Avanzado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26364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9144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omfortaa"/>
              </a:rPr>
              <a:t>Índice de Módulos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7A74F"/>
                </a:solidFill>
                <a:latin typeface="Comfortaa"/>
              </a:rPr>
              <a:t>Estrategia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280160"/>
            <a:ext cx="12188952" cy="54864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08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Fundamentos de Estrategia de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Madurez de datos  ·  Data-driven vs data-informed  ·  El Chief Data Officer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24688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49631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Gobernanza de Datos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26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Políticas y estándares  ·  Data catalog  ·  GDPR y privacidad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4290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345643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Arquitectura de Datos Empresarial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3886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Modern Data Stack  ·  Data Mesh  ·  Data Fabric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60" y="4389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41655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Cultura de Datos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48463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Alfabetización de datos  ·  Democratización del dato  ·  Data literacy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solidFill>
            <a:srgbClr val="07A7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53492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5376672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002060"/>
                </a:solidFill>
                <a:latin typeface="Comfortaa"/>
              </a:rPr>
              <a:t>ROI de los Datos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40" y="580644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444444"/>
                </a:solidFill>
                <a:latin typeface="Comfortaa"/>
              </a:rPr>
              <a:t>Monetización de datos  ·  Casos de negocio  ·  Métricas de valor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Fundamentos de Estrategia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Madurez de datos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Data-driven vs data-informed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El Chief Data Officer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Estrategia de Datos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Estrategia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La Estrategia de Datos: De los Datos al Valor de Negocio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datos son el activo más valioso del siglo XXI, pero solo si se gestionan estratégicamente. El 87% de los proyectos de datos fracasan por falta de estrategia, no de tecnología (Gartner). La estrategia de datos convierte el potencial en valor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Estrategia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Modelos de Madurez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Los modelos de madurez (DAMA, Gartner) clasifican las organizaciones en 5 niveles: Inicial (datos en silos), Repetible (procesos básicos), Definido (estándares establecidos), Gestionado (métricas y gobierno), Optimizado (datos como ventaja competitiva). La mayoría están en nivel 2-3.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Estrategia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Data-Driven vs Data-Informed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Data-driven: las decisiones las toman los datos automáticamente (algoritmos de recomendación, precios dinámicos). Data-informed: los datos informan las decisiones humanas, que también consideran contexto, ética y estrategia. La mayoría de las decisiones empresariales deben ser data-informed.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Estrategia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El Chief Data Officer (CDO)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CDO lidera la estrategia de datos de la organización: gobernanza, arquitectura, calidad, privacidad y cultura de datos. Es el rol de mayor crecimiento en el C-suite: el 65% de las grandes empresas ya tienen un CDO (Gartner 2024). Combina visión técnica y de negocio.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1: Fundamentos de Estrategia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Evalúa la madurez de datos de tu organización usando el modelo de Gartner: puntúa cada dimensión (estrategia, gobernanza, arquitectura, calidad, cultura), identifica el nivel actual, las brechas más críticas y las 3 iniciativas prioritarias para avanzar al siguiente nivel.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Gobernanza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Políticas y estándares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Data catalog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GDPR y privacidad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Estrategia de Datos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Gobernanza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Gobernanza de Datos: El Marco para la Confianza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gobernanza de datos define quién puede hacer qué con qué datos. Sin gobernanza, los datos son inconsistentes, inseguros y poco confiables. Con gobernanza, los datos se convierten en un activo fiable que respalda decisiones estratégicas.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Gobernanza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Políticas y Estándares de Datos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Las políticas definen las reglas: quién puede acceder a qué datos, cómo se clasifican (público, interno, confidencial, secreto), cuánto tiempo se retienen y cómo se eliminan. Los estándares definen los formatos, nomenclaturas y calidad mínima aceptable.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Gobernanza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Data Catalog: El Inventario del Activo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Un data catalog es el inventario de todos los activos de datos de la organización: qué datos existen, dónde están, qué significan, quién los posee y cómo se usan. Herramientas: Alation, Collibra, DataHub (open source). Reduce el tiempo de búsqueda de datos en un 70%.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Gobernanza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GDPR y Privacidad por Diseño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GDPR (Reglamento General de Protección de Datos) obliga a las organizaciones europeas a gestionar los datos personales con consentimiento, minimización, transparencia y derecho al olvido. La privacidad por diseño integra estos principios desde el inicio del desarrollo, no como parche final.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2: Gobernanza de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Diseña el framework de gobernanza de datos para una empresa de retail: define las políticas de clasificación de datos, el modelo de roles y permisos, el proceso de gestión de incidentes de privacidad y cómo implementarías el derecho al olvido del GDPR.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A7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Comfortaa"/>
              </a:rPr>
              <a:t>MÓDULO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Comfortaa"/>
              </a:rPr>
              <a:t>Arquitectura de Datos Empresarial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Modern Data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343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Data Mesh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omfortaa"/>
              </a:rPr>
              <a:t>→  Data Fabric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6327648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mfortaa"/>
              </a:rPr>
              <a:t>dataquantum  ·  Estrategia de Datos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Arquitectura de Datos Empresarial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Arquitectura de Datos Empresarial Moderna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La arquitectura de datos ha evolucionado del Data Warehouse centralizado al Modern Data Stack, el Data Mesh y el Data Fabric. Cada paradigma responde a los límites del anterior. Elegir la arquitectura correcta es una decisión estratégica con implicaciones a 5-10 años.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1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Arquitectura de Datos Empresarial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Modern Data Stack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El Modern Data Stack combina herramientas cloud-native: Fivetran/Airbyte (ingesta), Snowflake/BigQuery (almacenamiento), dbt (transformación), Looker/Tableau (visualización). Es modular, escalable y permite a los equipos de datos moverse rápido con herramientas best-in-class.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2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Arquitectura de Datos Empresarial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Data Mesh: Datos como Producto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Data Mesh descentraliza la propiedad de los datos: cada dominio de negocio es responsable de sus datos como si fueran un producto. Los principios son: propiedad por dominio, datos como producto, infraestructura self-service y gobernanza federada. Resuelve los cuellos de botella del equipo central de datos.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3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Arquitectura de Datos Empresarial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Data Fabric: La Capa de Integración Inteligente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Data Fabric es una arquitectura que integra datos de múltiples fuentes heterogéneas con una capa de metadatos inteligente. Usa IA para automatizar la integración, el linaje y la calidad. Es el enfoque de Gartner para organizaciones con datos muy fragmentados y complejos.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4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07A74F"/>
                </a:solidFill>
                <a:latin typeface="Comfortaa"/>
              </a:rPr>
              <a:t>Módulo 3: Arquitectura de Datos Empresarial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5720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omfortaa"/>
              </a:rPr>
              <a:t>Ejercicio Práctico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1371600"/>
            <a:ext cx="12188952" cy="64008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002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002060"/>
                </a:solidFill>
                <a:latin typeface="Comfortaa"/>
              </a:rPr>
              <a:t>Diseña la arquitectura de datos para una empresa de seguros con datos en 5 sistemas legacy: evalúa si Modern Data Stack, Data Mesh o Data Fabric es el enfoque más adecuado, justifica la elección, propón las herramientas específicas y estima el plan de migración a 18 meses.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309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999999"/>
                </a:solidFill>
                <a:latin typeface="Comfortaa"/>
              </a:rPr>
              <a:t>5 / 5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0" y="6556248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>
                <a:solidFill>
                  <a:srgbClr val="FFFFFF"/>
                </a:solidFill>
                <a:latin typeface="Comfortaa"/>
              </a:rPr>
              <a:t>dataquantum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206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5852160"/>
            <a:ext cx="12188952" cy="1005840"/>
          </a:xfrm>
          <a:prstGeom prst="rect">
            <a:avLst/>
          </a:prstGeom>
          <a:solidFill>
            <a:srgbClr val="FF8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12188952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omfortaa"/>
              </a:rPr>
              <a:t>¡Sigue aprendiendo!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017520"/>
            <a:ext cx="1218895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07A74F"/>
                </a:solidFill>
                <a:latin typeface="Comfortaa"/>
              </a:rPr>
              <a:t>Estrategia de Datos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5897880"/>
            <a:ext cx="121889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omfortaa"/>
              </a:rPr>
              <a:t>dataquantum Learning Platform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