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A74F"/>
                </a:solidFill>
                <a:latin typeface="Comfortaa"/>
              </a:rPr>
              <a:t>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mfortaa"/>
              </a:rPr>
              <a:t>Integración y Entrega Continua (CI/CD)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Comfortaa"/>
              </a:rPr>
              <a:t>Automatización de pipelines de construcción, testing y despliegue de código.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C00"/>
                </a:solidFill>
                <a:latin typeface="Comfortaa"/>
              </a:rPr>
              <a:t>Nivel: Intermedio-Avanzado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mfortaa"/>
              </a:rPr>
              <a:t>Índice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A74F"/>
                </a:solidFill>
                <a:latin typeface="Comfortaa"/>
              </a:rPr>
              <a:t>Integración y Entrega Continua (CI/CD)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Fundamentos de CI/CD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Integración continua  ·  Entrega vs despliegue continuo  ·  Métricas DORA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GitHub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Workflows y eventos  ·  Jobs y steps  ·  Secrets y variables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GitLab CI/CD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Pipelines y stages  ·  Runners y artifacts  ·  Environments y deployments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Estrategias de Despliegue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Blue-green deployment  ·  Canary releases  ·  Feature flags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CI/CD para Contenedores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Build y push de imágenes Docker  ·  Despliegue en Kubernetes  ·  ArgoCD y GitOps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Fundamentos de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Integración continua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Entrega vs despliegue continuo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Métricas DORA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Integración y Entrega Continua (CI/CD)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CI/CD: La Práctica que Separa los Equipos de Alto Rendimiento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Las empresas de élite despliegan código 208 veces más frecuentemente y tienen tasas de fallo 3 veces menores que las de bajo rendimiento (DORA Report 2023). CI/CD es la práctica que hace posible esta diferencia.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Integración Continua (CI)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CI automatiza la integración del código de múltiples desarrolladores: cada push dispara una build, ejecuta los tests y notifica el resultado. El objetivo es detectar errores en minutos, no días. La regla de oro: si la build falla, arreglarla es la máxima prioridad.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Entrega vs Despliegue Continuo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Entrega Continua (CD) garantiza que el código siempre está en un estado desplegable, pero el despliegue a producción es manual. El Despliegue Continuo automatiza también el despliegue a producción sin intervención humana, como hace Amazon cada 11,6 segundos.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Métricas DORA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Las métricas DORA miden el rendimiento de los equipos de ingeniería: Deployment Frequency (frecuencia de despliegue), Lead Time for Changes (tiempo desde commit a producción), Change Failure Rate (% de despliegues con fallos) y Time to Restore Service (tiempo de recuperación).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Mide las métricas DORA actuales de tu equipo o proyecto: calcula la frecuencia de despliegue, el lead time promedio, la tasa de fallos y el tiempo de recuperación. Identifica el cuello de botella principal y propón una mejora concreta.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Workflows y eventos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Jobs y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Secrets y variables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Integración y Entrega Continua (CI/CD)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GitHub Actions: CI/CD Integrado en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GitHub Actions permite automatizar workflows directamente en GitHub: CI/CD, automatización de releases, notificaciones, gestión de issues y mucho más. Con más de 20.000 acciones en el marketplace, es el sistema de CI/CD más adoptado en 2024.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Workflows y Eventos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 workflow es un proceso automatizado definido en YAML en .github/workflows/. Se activa por eventos: push, pull_request, schedule (cron), workflow_dispatch (manual) o eventos de GitHub (issue creado, release publicado). Múltiples workflows pueden ejecutarse en paralelo.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Jobs y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 workflow contiene jobs que se ejecutan en paralelo por defecto. Cada job tiene steps: acciones (uses: actions/checkout@v4) o comandos shell (run: npm test). Los jobs pueden declarar dependencias (needs:) para ejecutarse en secuencia.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Secrets y Variables de Entorno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secrets se almacenan cifrados en GitHub y se inyectan como variables de entorno en los workflows: ${{ secrets.AWS_ACCESS_KEY_ID }}. Las variables de entorno (env:) configuran el comportamiento del workflow sin exponer datos sensibles.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Crea un workflow de GitHub Actions para una aplicación Node.js: ejecuta los tests en cada PR, construye y publica la imagen Docker en GitHub Container Registry al hacer merge a main, y despliega automáticamente en un servidor de staging.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GitLab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Pipelines y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Runners y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Environments y deployments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Integración y Entrega Continua (CI/CD)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GitLab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GitLab CI/CD: La Plataforma DevOps Completa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GitLab integra repositorio de código, CI/CD, registro de contenedores, gestión de proyectos y seguridad en una sola plataforma. Su sistema de CI/CD es uno de los más potentes y flexibles del mercado, con soporte nativo para Kubernetes.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GitLab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Pipelines y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 pipeline de GitLab CI se define en .gitlab-ci.yml. Los stages (build, test, deploy) agrupan jobs que se ejecutan en paralelo. Los jobs de un stage siguiente solo empiezan si todos los del anterior terminan correctamente.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GitLab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Runners y Artifacts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runners ejecutan los jobs: pueden ser compartidos (GitLab.com) o self-hosted. Los artifacts son archivos generados por un job (binarios, reportes de tests, imágenes Docker) que se pasan entre stages o se descargan desde la interfaz.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GitLab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Environments y Deployments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GitLab permite definir environments (staging, production) con URLs y historial de despliegues. Los deployments manuales requieren aprobación. Las reglas (rules:) controlan cuándo se ejecuta cada job según la rama, el tag o variables.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GitLab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Crea un pipeline de GitLab CI completo para una aplicación Python: stage de lint (flake8), test (pytest con cobertura), build (imagen Docker), deploy a staging (automático) y deploy a producción (manual con aprobación).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mfortaa"/>
              </a:rPr>
              <a:t>¡Sigue aprendiendo!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A74F"/>
                </a:solidFill>
                <a:latin typeface="Comfortaa"/>
              </a:rPr>
              <a:t>Integración y Entrega Continua (CI/CD)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dataquantum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