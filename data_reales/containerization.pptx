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DEVOPS</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Docker y Kubernetes</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Contenerización de aplicaciones y orquestación de despliegues escalables.</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Avanzado</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Docker y Kubernetes</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Docker Fundamentos</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Imágenes y contenedores  ·  Dockerfile y capas  ·  Docker Compose</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Kubernetes Fundamentos</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Pods, Services y Deployments  ·  ConfigMaps y Secrets  ·  Namespaces</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Kubernetes Avanzado</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HPA y VPA  ·  Ingress y networking  ·  Persistent Volumes</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Helm y GitOps</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Charts de Helm  ·  ArgoCD y Flux  ·  GitOps workflow</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Observabilidad</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Prometheus y Grafana  ·  Logging con ELK  ·  Tracing distribuido</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Docker Fundamentos</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Imágenes y contenedores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Dockerfile y capas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Docker Compose</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Docker y Kubernetes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Docker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Docker: Contenerización para el Mundo Real</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Docker revolucionó el despliegue de software en 2013. Los contenedores empaquetan la aplicación con todas sus dependencias, garantizando que funciona igual en desarrollo, staging y producción. 'Funciona en mi máquina' dejó de ser una excusa.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Docker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Imágenes y Contenedores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Una imagen Docker es una plantilla inmutable con capas del sistema de archivos. Un contenedor es una instancia en ejecución de una imagen. Las imágenes se almacenan en registros (Docker Hub, ECR, GCR) y se comparten entre equipos.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Docker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Dockerfile: Construir Imágenes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Dockerfile define cómo construir una imagen: FROM (imagen base), RUN (comandos), COPY (archivos), ENV (variables de entorno), EXPOSE (puertos) y CMD/ENTRYPOINT (comando de inicio). Las buenas prácticas reducen el tamaño y mejoran la seguridad.</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Docker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Docker Compose: Orquestación Local</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Docker Compose define y ejecuta aplicaciones multi-contenedor con un archivo YAML: servicios, redes y volúmenes. docker-compose up levanta toda la aplicación con un comando. Ideal para entornos de desarrollo y testing local.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Docker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Conteneriza una aplicación web de 3 capas (frontend React, backend Node.js, base de datos PostgreSQL) con Docker Compose: crea los Dockerfiles optimizados, define la red interna, los volúmenes persistentes y las variables de entorno.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Kubernetes Fundamentos</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Pods, Services y Deployments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ConfigMaps y Secrets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Namespaces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Docker y Kubernetes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Kubernetes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Kubernetes: Orquestación a Escala Empresarial</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Kubernetes (K8s) orquesta contenedores a escala: gestiona el despliegue, escalado, balanceo de carga y recuperación automática de aplicaciones contenerizadas. Es el estándar de la industria para aplicaciones cloud-native en producción.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Kubernetes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Pods: La Unidad Básica de Kubernetes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Un Pod es el objeto más pequeño de Kubernetes: uno o más contenedores que comparten red y almacenamiento. Los Pods son efímeros: si fallan, Kubernetes los recrea automáticamente. Nunca se gestiona un Pod directamente en producción.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Kubernetes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Deployments y Services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Un Deployment gestiona un conjunto de réplicas de Pods, garantizando que el número deseado está siempre en ejecución. Un Service expone los Pods con una IP estable y balanceo de carga interno, independientemente de qué Pods estén corriendo.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Kubernetes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ConfigMaps y Secrets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ConfigMaps almacenan configuración no sensible (URLs, parámetros). Secrets almacenan datos sensibles (contraseñas, tokens) codificados en base64. Ambos se inyectan en los Pods como variables de entorno o archivos montados.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Kubernetes Fundamentos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Despliega la aplicación del ejercicio anterior en Kubernetes: crea los Deployments con 3 réplicas, los Services para comunicación interna, un ConfigMap para la configuración y un Secret para las credenciales de la base de datos.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Kubernetes Avanzado</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HPA y VPA</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Ingress y networking</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Persistent Volumes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Docker y Kubernetes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Kubernetes Avanzado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Kubernetes Avanzado: Escalado y Networking</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Más allá de los conceptos básicos, Kubernetes ofrece capacidades avanzadas de escalado automático, gestión de tráfico y almacenamiento persistente que son esenciales para aplicaciones de producción de alto rendimiento.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Kubernetes Avanzado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HPA: Horizontal Pod Autoscaler</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HPA escala automáticamente el número de réplicas de un Deployment basándose en métricas: CPU, memoria o métricas personalizadas (peticiones por segundo, longitud de cola). Permite gestionar picos de tráfico sin intervención manual.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Kubernetes Avanzado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Ingress y Networking</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Ingress gestiona el acceso externo a los servicios del clúster: routing basado en host y path, terminación TLS y balanceo de carga. Nginx Ingress y Traefik son los controladores más populares. Istio añade service mesh para tráfico avanzado.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Kubernetes Avanzado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Persistent Volumes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Pods son efímeros, pero los datos deben persistir. Los PersistentVolumes (PV) abstraen el almacenamiento físico. Los PersistentVolumeClaims (PVC) solicitan almacenamiento. StorageClasses permiten aprovisionamiento dinámico en cloud.</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Kubernetes Avanzado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Configura el escalado automático para la aplicación desplegada: crea un HPA basado en CPU con mínimo 2 y máximo 10 réplicas, configura un Ingress con TLS para exponer la aplicación y añade un PVC para persistencia de datos.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Docker y Kubernetes</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